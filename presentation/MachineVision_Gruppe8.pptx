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Vision: Candy-Erkennung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Förderband · YOLO11n · Label Studio</a:t>
            </a:r>
          </a:p>
          <a:p/>
          <a:p>
            <a:r>
              <a:t>Gruppe 8</a:t>
            </a:r>
          </a:p>
          <a:p>
            <a:r>
              <a:t>Nicolas Haselbacher (PKZ 2410859016) · Jeremy Heißenberger (PKZ 2410859026)</a:t>
            </a:r>
          </a:p>
          <a:p>
            <a:r>
              <a:t>Hochschule Burgenland · MachineVisionEssentials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Automatische Erkennung verschiedener Süßigkeitensorten auf einem Förderband</a:t>
            </a:r>
          </a:p>
          <a:p>
            <a:pPr>
              <a:defRPr sz="2000"/>
            </a:pPr>
            <a:r>
              <a:t>Kamera von oben · Klassifikation + Zählung sichtbarer Stücke</a:t>
            </a:r>
          </a:p>
          <a:p>
            <a:pPr>
              <a:defRPr sz="2000"/>
            </a:pPr>
            <a:r>
              <a:t>Umsetzung: Objekterkennung mit YOLO (Ultralytics), Training auf eigenem Datensatz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(Überblick)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Fotos (Smartphone) → Konvertierung HEIC/JPEG</a:t>
            </a:r>
          </a:p>
          <a:p>
            <a:pPr>
              <a:defRPr sz="2000"/>
            </a:pPr>
            <a:r>
              <a:t>Annotation in Label Studio (Bounding Boxes, 8 Klassen)</a:t>
            </a:r>
          </a:p>
          <a:p>
            <a:pPr>
              <a:defRPr sz="2000"/>
            </a:pPr>
            <a:r>
              <a:t>Export YOLO · split_dataset.py → train / val / test + data.yaml</a:t>
            </a:r>
          </a:p>
          <a:p>
            <a:pPr>
              <a:defRPr sz="2000"/>
            </a:pPr>
            <a:r>
              <a:t>Augmentation → ≥ 200 Trainingsbilder</a:t>
            </a:r>
          </a:p>
          <a:p>
            <a:pPr>
              <a:defRPr sz="2000"/>
            </a:pPr>
            <a:r>
              <a:t>Training YOLO11n · Inferenz Test &amp; Webcam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Klassen (inkl. Erweiterung)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Final trainierte Klassen: Bounty, Galaxy, GalaxyCaramel, Maltesers, Mars, MilkyWay, Snickers, Twix</a:t>
            </a:r>
          </a:p>
          <a:p>
            <a:pPr>
              <a:defRPr sz="2000"/>
            </a:pPr>
            <a:r>
              <a:t>Erweiterung gegenüber einer generischen Candy-Erkennung: konkrete Sorten als eigene Klassen</a:t>
            </a:r>
          </a:p>
          <a:p>
            <a:pPr>
              <a:defRPr sz="2000"/>
            </a:pPr>
            <a:r>
              <a:t>Wichtig für Vortrag: Welche Klassen haben wir bewusst getrennt? (z. B. Galaxy vs. GalaxyCaramel)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Modell: YOLO11n (Transfer Learning)</a:t>
            </a:r>
          </a:p>
          <a:p>
            <a:pPr>
              <a:defRPr sz="2000"/>
            </a:pPr>
            <a:r>
              <a:t>Mehrere Läufe: u. a. 50 Epochen vs. 100 Epochen</a:t>
            </a:r>
          </a:p>
          <a:p>
            <a:pPr>
              <a:defRPr sz="2000"/>
            </a:pPr>
            <a:r>
              <a:t>Ergebnis: 100 Epochen → deutlich stabilere, bessere Erkennung</a:t>
            </a:r>
          </a:p>
          <a:p>
            <a:pPr>
              <a:defRPr sz="2000"/>
            </a:pPr>
            <a:r>
              <a:t>Artefakte: runs/detect/ · z. B. candy_train2 (100 Epochen)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Gesamt: sehr gute Erkennung nach 100 Epochen (Val-Metriken, Tests)</a:t>
            </a:r>
          </a:p>
          <a:p>
            <a:pPr>
              <a:defRPr sz="2000"/>
            </a:pPr>
            <a:r>
              <a:t>Schwachstellen: vor allem Mars und Milky Way</a:t>
            </a:r>
          </a:p>
          <a:p>
            <a:pPr>
              <a:defRPr sz="2000"/>
            </a:pPr>
            <a:r>
              <a:t>Vermutung: zu wenige bzw. schwer unterscheidbare Trainingsbeispiele für diese Sorten</a:t>
            </a:r>
          </a:p>
          <a:p>
            <a:pPr>
              <a:defRPr sz="2000"/>
            </a:pPr>
            <a:r>
              <a:t>Webcam: Nahaufnahmen oft korrekt; Hintergrund gelegentlich Fehlalarme (Domain Shift)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Herausforderungen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HEIC → JPG · Import in Label Studio</a:t>
            </a:r>
          </a:p>
          <a:p>
            <a:pPr>
              <a:defRPr sz="2000"/>
            </a:pPr>
            <a:r>
              <a:t>Zeitaufwand: viele Bounding Boxes annotieren</a:t>
            </a:r>
          </a:p>
          <a:p>
            <a:pPr>
              <a:defRPr sz="2000"/>
            </a:pPr>
            <a:r>
              <a:t>Windows: DataLoader workers=0 (Speicher / Auslagerungsdatei)</a:t>
            </a:r>
          </a:p>
          <a:p>
            <a:pPr>
              <a:defRPr sz="2000"/>
            </a:pPr>
            <a:r>
              <a:t>Optional: mehr Fotos für Mars &amp; Milky Way · höhere conf-Schwelle Webcam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bei uns nicht funktioniert 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Mit 50 Epochen war die Erkennung deutlich schlechter als mit 100 Epochen</a:t>
            </a:r>
          </a:p>
          <a:p>
            <a:pPr>
              <a:defRPr sz="2000"/>
            </a:pPr>
            <a:r>
              <a:t>Webcam: False Positives auf Nicht-Candy-Objekten (z. B. Gesicht/Hintergrund)</a:t>
            </a:r>
          </a:p>
          <a:p>
            <a:pPr>
              <a:defRPr sz="2000"/>
            </a:pPr>
            <a:r>
              <a:t>Mars und MilkyWay bleiben schwächer (Verwechslungen/unsichere Scores)</a:t>
            </a:r>
          </a:p>
          <a:p>
            <a:pPr>
              <a:defRPr sz="2000"/>
            </a:pPr>
            <a:r>
              <a:t>Training unter Windows anfangs instabil (WinError 1455, OOM in DataLoader-Workern)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Lösungen &amp; Verständnisprobleme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Lösung: 100 Epochen + Augmentation + Workers=0 + Batch reduziert → stabiles Training</a:t>
            </a:r>
          </a:p>
          <a:p>
            <a:pPr>
              <a:defRPr sz="2000"/>
            </a:pPr>
            <a:r>
              <a:t>Lösung: Klassen-/Datenfokus auf Problemklassen (Mars, MilkyWay) als nächster Schritt</a:t>
            </a:r>
          </a:p>
          <a:p>
            <a:pPr>
              <a:defRPr sz="2000"/>
            </a:pPr>
            <a:r>
              <a:t>Verständnisproblem: README-Split-Angabe war missverständlich (80/10/10 richtig als train/val/test)</a:t>
            </a:r>
          </a:p>
          <a:p>
            <a:pPr>
              <a:defRPr sz="2000"/>
            </a:pPr>
            <a:r>
              <a:t>Verständnisproblem: Detect vs. OBB/Keypoints sind unterschiedliche Tasks mit anderen Labels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(Takeaways)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Mehr Epochen helfen nur mit passenden Daten – Datenqualität &gt; reine Trainingsdauer</a:t>
            </a:r>
          </a:p>
          <a:p>
            <a:pPr>
              <a:defRPr sz="2000"/>
            </a:pPr>
            <a:r>
              <a:t>Klassenbalance und harte Negativbeispiele reduzieren False Positives stark</a:t>
            </a:r>
          </a:p>
          <a:p>
            <a:pPr>
              <a:defRPr sz="2000"/>
            </a:pPr>
            <a:r>
              <a:t>Webcam-Tests zeigen Domain-Shift früh und sind extrem wertvoll für Realitätscheck</a:t>
            </a:r>
          </a:p>
          <a:p>
            <a:pPr>
              <a:defRPr sz="2000"/>
            </a:pPr>
            <a:r>
              <a:t>Für die Demo: Erfolge klar zeigen, Schwächen transparent benennen und nächste Schritte ableiten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Pipeline von Rohfoto bis Live-Webcam funktioniert</a:t>
            </a:r>
          </a:p>
          <a:p>
            <a:pPr>
              <a:defRPr sz="2000"/>
            </a:pPr>
            <a:r>
              <a:t>Mehr Epochen (100) lohnt sich klar gegenüber 50</a:t>
            </a:r>
          </a:p>
          <a:p>
            <a:pPr>
              <a:defRPr sz="2000"/>
            </a:pPr>
            <a:r>
              <a:t>Klassenbalance und Domain (Webcam vs. Tisch) sind die nächsten Hebel</a:t>
            </a:r>
          </a:p>
          <a:p>
            <a:pPr>
              <a:defRPr sz="2000"/>
            </a:pPr>
            <a:r>
              <a:t>Vielen Dank für die Aufmerksamkeit – 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